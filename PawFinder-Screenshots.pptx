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Screenshots — Full User 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screens covering login, discovery, adoption, fostering, learning, volunteering &amp; admin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screen with demo credentials</a:t>
            </a:r>
            <a:endParaRPr lang="en-US" sz="1100" dirty="0"/>
          </a:p>
        </p:txBody>
      </p:sp>
      <p:pic>
        <p:nvPicPr>
          <p:cNvPr id="4" name="Image 0" descr="C:\Users\Adithya v\pawfinder\screenshots\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registration form</a:t>
            </a:r>
            <a:endParaRPr lang="en-US" sz="1100" dirty="0"/>
          </a:p>
        </p:txBody>
      </p:sp>
      <p:pic>
        <p:nvPicPr>
          <p:cNvPr id="4" name="Image 0" descr="C:\Users\Adithya v\pawfinder\screenshots\02-regi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Discover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banner, search, filters, featured dogs, stories &amp; tips</a:t>
            </a:r>
            <a:endParaRPr lang="en-US" sz="1100" dirty="0"/>
          </a:p>
        </p:txBody>
      </p:sp>
      <p:pic>
        <p:nvPicPr>
          <p:cNvPr id="4" name="Image 0" descr="C:\Users\Adithya v\pawfinder\screenshots\03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20 shelters across Coimbatore with stats &amp; filters</a:t>
            </a:r>
            <a:endParaRPr lang="en-US" sz="1100" dirty="0"/>
          </a:p>
        </p:txBody>
      </p:sp>
      <p:pic>
        <p:nvPicPr>
          <p:cNvPr id="4" name="Image 0" descr="C:\Users\Adithya v\pawfinder\screenshots\04-shelt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Detail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shelter profile with contact info &amp; stats</a:t>
            </a:r>
            <a:endParaRPr lang="en-US" sz="1100" dirty="0"/>
          </a:p>
        </p:txBody>
      </p:sp>
      <p:pic>
        <p:nvPicPr>
          <p:cNvPr id="4" name="Image 0" descr="C:\Users\Adithya v\pawfinder\screenshots\05-shelter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Applications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adoption application status &amp; process overview</a:t>
            </a:r>
            <a:endParaRPr lang="en-US" sz="1100" dirty="0"/>
          </a:p>
        </p:txBody>
      </p:sp>
      <p:pic>
        <p:nvPicPr>
          <p:cNvPr id="4" name="Image 0" descr="C:\Users\Adithya v\pawfinder\screenshots\06-applic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 a Dog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 program info, dogs needing care &amp; FAQ</a:t>
            </a:r>
            <a:endParaRPr lang="en-US" sz="1100" dirty="0"/>
          </a:p>
        </p:txBody>
      </p:sp>
      <p:pic>
        <p:nvPicPr>
          <p:cNvPr id="4" name="Image 0" descr="C:\Users\Adithya v\pawfinder\screenshots\07-fo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Articles, stories, health guides &amp; awareness content</a:t>
            </a:r>
            <a:endParaRPr lang="en-US" sz="1100" dirty="0"/>
          </a:p>
        </p:txBody>
      </p:sp>
      <p:pic>
        <p:nvPicPr>
          <p:cNvPr id="4" name="Image 0" descr="C:\Users\Adithya v\pawfinder\screenshots\08-lear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Reader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article view with bookmarking</a:t>
            </a:r>
            <a:endParaRPr lang="en-US" sz="1100" dirty="0"/>
          </a:p>
        </p:txBody>
      </p:sp>
      <p:pic>
        <p:nvPicPr>
          <p:cNvPr id="4" name="Image 0" descr="C:\Users\Adithya v\pawfinder\screenshots\09-arti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roles, upcoming events &amp; volunteer leaderboard</a:t>
            </a:r>
            <a:endParaRPr lang="en-US" sz="1100" dirty="0"/>
          </a:p>
        </p:txBody>
      </p:sp>
      <p:pic>
        <p:nvPicPr>
          <p:cNvPr id="4" name="Image 0" descr="C:\Users\Adithya v\pawfinder\screenshots\10-volunte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PawPoints, settings &amp; account management</a:t>
            </a:r>
            <a:endParaRPr lang="en-US" sz="1100" dirty="0"/>
          </a:p>
        </p:txBody>
      </p:sp>
      <p:pic>
        <p:nvPicPr>
          <p:cNvPr id="4" name="Image 0" descr="C:\Users\Adithya v\pawfinder\screenshots\11-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alerts and adoption updates</a:t>
            </a:r>
            <a:endParaRPr lang="en-US" sz="1100" dirty="0"/>
          </a:p>
        </p:txBody>
      </p:sp>
      <p:pic>
        <p:nvPicPr>
          <p:cNvPr id="4" name="Image 0" descr="C:\Users\Adithya v\pawfinder\screenshots\12-notific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Profile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dog details with chat &amp; adopt actions</a:t>
            </a:r>
            <a:endParaRPr lang="en-US" sz="1100" dirty="0"/>
          </a:p>
        </p:txBody>
      </p:sp>
      <p:pic>
        <p:nvPicPr>
          <p:cNvPr id="4" name="Image 0" descr="C:\Users\Adithya v\pawfinder\screenshots\13-dog-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Chat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messaging with quick reply options</a:t>
            </a:r>
            <a:endParaRPr lang="en-US" sz="1100" dirty="0"/>
          </a:p>
        </p:txBody>
      </p:sp>
      <p:pic>
        <p:nvPicPr>
          <p:cNvPr id="4" name="Image 0" descr="C:\Users\Adithya v\pawfinder\screenshots\14-ch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Application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form with checklist &amp; document uploads</a:t>
            </a:r>
            <a:endParaRPr lang="en-US" sz="1100" dirty="0"/>
          </a:p>
        </p:txBody>
      </p:sp>
      <p:pic>
        <p:nvPicPr>
          <p:cNvPr id="4" name="Image 0" descr="C:\Users\Adithya v\pawfinder\screenshots\15-adoption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Dogs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Bookmarked dogs for later review</a:t>
            </a:r>
            <a:endParaRPr lang="en-US" sz="1100" dirty="0"/>
          </a:p>
        </p:txBody>
      </p:sp>
      <p:pic>
        <p:nvPicPr>
          <p:cNvPr id="4" name="Image 0" descr="C:\Users\Adithya v\pawfinder\screenshots\16-favourit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E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adoptions, dogs &amp; shelters</a:t>
            </a:r>
            <a:endParaRPr lang="en-US" sz="1100" dirty="0"/>
          </a:p>
        </p:txBody>
      </p:sp>
      <p:pic>
        <p:nvPicPr>
          <p:cNvPr id="4" name="Image 0" descr="C:\Users\Adithya v\pawfinder\screenshots\17-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14400"/>
            <a:ext cx="8412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PawFinder — App Screenshots</dc:title>
  <dc:subject>PptxGenJS Presentation</dc:subject>
  <dc:creator>PawFinder</dc:creator>
  <cp:lastModifiedBy>PawFinder</cp:lastModifiedBy>
  <cp:revision>1</cp:revision>
  <dcterms:created xsi:type="dcterms:W3CDTF">2026-05-20T16:33:15Z</dcterms:created>
  <dcterms:modified xsi:type="dcterms:W3CDTF">2026-05-20T16:33:15Z</dcterms:modified>
</cp:coreProperties>
</file>