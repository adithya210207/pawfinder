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554480"/>
            <a:ext cx="3840480" cy="3840480"/>
          </a:xfrm>
          <a:prstGeom prst="ellipse">
            <a:avLst/>
          </a:prstGeom>
          <a:solidFill>
            <a:srgbClr val="1B3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640080"/>
            <a:ext cx="2011680" cy="2011680"/>
          </a:xfrm>
          <a:prstGeom prst="ellipse">
            <a:avLst/>
          </a:prstGeom>
          <a:solidFill>
            <a:srgbClr val="E8743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51560" cy="10515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PawFinder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adoption, foster &amp; volunteer platform — built for Coimbatore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274320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·  better-sqlite3  ·  Vanilla-JS SPA  ·  Electron desktop app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·  15 SLIDES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PawFinder solves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Coimbatore has thousands of street and shelter dogs waiting for homes — but the path from “I want to adopt” to a dog in your home is broken.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information is scattered across individual shelters, WhatsApp groups and phone calls. Adoption is paperwork-heavy, opaque, and offline.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074920" cy="214884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trusted, local hub where adopters, fosters and volunteers meet verified Coimbatore shelters — and every step is tracked.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600200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911096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2870" y="2106046"/>
            <a:ext cx="359908" cy="3599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78040" y="1819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is hard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78040" y="220370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place to browse dogs across local shelters with real filters.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89320" y="3118104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89320" y="3118104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3429000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870" y="3623950"/>
            <a:ext cx="359908" cy="3599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78040" y="3337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is opaque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7178040" y="37216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forms, no status, no idea where an adoption application stands.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89320" y="4636008"/>
            <a:ext cx="566928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89320" y="4636008"/>
            <a:ext cx="73152" cy="137160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6217920" y="4946904"/>
            <a:ext cx="749808" cy="749808"/>
          </a:xfrm>
          <a:prstGeom prst="ellipse">
            <a:avLst/>
          </a:prstGeom>
          <a:solidFill>
            <a:srgbClr val="FBEAE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870" y="5141854"/>
            <a:ext cx="359908" cy="3599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78040" y="48554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 is fragmented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178040" y="523951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Fostering and volunteering rely on informal, untracked coordination.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five journeys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 is a single-page web app (packaged as a Windows desktop app) that connects people to dogs through five integrated flows.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132" y="2517892"/>
            <a:ext cx="377464" cy="377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467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search &amp; filter dogs; rich health &amp; temperament profiles; favourites.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612" y="2517892"/>
            <a:ext cx="377464" cy="377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4515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adoption application with document uploads &amp; live status.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057400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5632" y="2313432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092" y="2517892"/>
            <a:ext cx="377464" cy="377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418320" y="236829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85632" y="3136392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foster listings flagged by urgency and shelter need.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32" y="4547860"/>
            <a:ext cx="377464" cy="377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3736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0467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events, a paw-points leaderboard and community drives.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8912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612" y="4547860"/>
            <a:ext cx="377464" cy="377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464515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of 8 verified Coimbatore shelters with stats &amp; messaging.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229600" y="4087368"/>
            <a:ext cx="359359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85632" y="4343400"/>
            <a:ext cx="786384" cy="786384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0092" y="4547860"/>
            <a:ext cx="377464" cy="377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418320" y="439826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8485632" y="51663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to manage dogs, shelters and review applications.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4343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Desktop shell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246120" y="1645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33 + electron-builder — runs the Express server in-process, single window, single-instance lock.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4944" y="26151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90" y="275783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786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246120" y="25603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— 9 modular REST routers, session middleware, SPA fallback.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4944" y="35295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36722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4930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246120" y="34747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(SQLite, WAL mode, foreign keys) — synchronous, file-based, zero-config.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2976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4944" y="44439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58663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4074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246120" y="43891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Vanilla-JS single-page app — no framework: hand-rolled router, ~1,670 lines of app.js.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5212080"/>
            <a:ext cx="7040880" cy="841248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94944" y="5358384"/>
            <a:ext cx="548640" cy="548640"/>
          </a:xfrm>
          <a:prstGeom prst="ellipse">
            <a:avLst/>
          </a:prstGeom>
          <a:solidFill>
            <a:srgbClr val="E1EEE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" y="550103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2180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 &amp; uploads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246120" y="5303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express-session + bcryptjs for auth; multer for document uploads.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18120" y="1554480"/>
            <a:ext cx="3840480" cy="457200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30" name="Text 23"/>
          <p:cNvSpPr/>
          <p:nvPr/>
        </p:nvSpPr>
        <p:spPr>
          <a:xfrm>
            <a:off x="80924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8092440" y="21945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~5,100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80924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092440" y="3163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34" name="Text 27"/>
          <p:cNvSpPr/>
          <p:nvPr/>
        </p:nvSpPr>
        <p:spPr>
          <a:xfrm>
            <a:off x="8092440" y="37124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tables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8092440" y="413308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36" name="Text 29"/>
          <p:cNvSpPr/>
          <p:nvPr/>
        </p:nvSpPr>
        <p:spPr>
          <a:xfrm>
            <a:off x="8092440" y="4681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modules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8092440" y="510235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</a:t>
            </a:r>
            <a:endParaRPr lang="en-US" sz="3000" dirty="0"/>
          </a:p>
        </p:txBody>
      </p:sp>
      <p:sp>
        <p:nvSpPr>
          <p:cNvPr id="38" name="Text 31"/>
          <p:cNvSpPr/>
          <p:nvPr/>
        </p:nvSpPr>
        <p:spPr>
          <a:xfrm>
            <a:off x="8092440" y="5650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request flows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 Shell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494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BrowserWindow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localhost:38217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 Client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9242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app.js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to /api/*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9320" y="1874520"/>
            <a:ext cx="2331720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3912" y="2020824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Server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35624" y="2404872"/>
            <a:ext cx="2039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· static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REST routers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732520" y="1874520"/>
            <a:ext cx="2907792" cy="1783080"/>
          </a:xfrm>
          <a:prstGeom prst="rect">
            <a:avLst/>
          </a:prstGeom>
          <a:solidFill>
            <a:srgbClr val="1B3450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202082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better-sqlite3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78824" y="2404872"/>
            <a:ext cx="261518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pawfinder.db (WAL)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</a:t>
            </a:r>
            <a:endParaRPr lang="en-US" sz="10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2638044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638044"/>
            <a:ext cx="310896" cy="310896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638044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4160520"/>
            <a:ext cx="11094415" cy="1920240"/>
          </a:xfrm>
          <a:prstGeom prst="rect">
            <a:avLst/>
          </a:prstGeom>
          <a:solidFill>
            <a:srgbClr val="1B3450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4645152"/>
            <a:ext cx="1054577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Server-in-process — Electron starts the same Express app used in dev (no separate API process).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uploads live in Electron userData (writable per-user dir) via PAWFINDER_DB / PAWFINDER_UPLOADS.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content re-syncs idempotently on every boot — INSERT OR IGNORE keeps user data intact.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surface — 9 REST routers</a:t>
            </a:r>
            <a:endParaRPr lang="en-US" sz="3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70683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Mounted 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Register, login, logout, current-user session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Browse/search/filter, featured &amp; urgent, favourites, admin 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/api/shelters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Directory, per-shelter stats, admin CRUD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/api/applications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application + document uploads, admin decisions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Profile, favourites list, 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/api/articles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Pet-care knowledge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/api/foster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Foster dog listings &amp; program stats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/api/volunteer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Roles, events, leaderboard, stats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/api/chat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↔ shelter messaging threads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081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gated by two session-based guards: requireAuth (any logged-in user) and requireAdmin (admin only).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tables, one SQLite file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paw-points, admin flag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verified Coimbatore shelters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508760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508760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600200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dogs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1892808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health, traits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favourites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dog saves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requests + status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2496312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2496312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587752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application_documents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2880360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ID / proofs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3152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↔ shelter chat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per-user, read flag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0" y="3483864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483864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3575304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412480" y="3867912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pet-care content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2" name="Text 40"/>
          <p:cNvSpPr/>
          <p:nvPr/>
        </p:nvSpPr>
        <p:spPr>
          <a:xfrm>
            <a:off x="73152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foster_dogs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73152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listings + urgency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8912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8912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volunteer_roles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457200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volunteer positions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229600" y="4471416"/>
            <a:ext cx="3593592" cy="786384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4471416"/>
            <a:ext cx="64008" cy="7863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50" name="Text 48"/>
          <p:cNvSpPr/>
          <p:nvPr/>
        </p:nvSpPr>
        <p:spPr>
          <a:xfrm>
            <a:off x="8412480" y="4562856"/>
            <a:ext cx="3319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volunteer_events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412480" y="4855464"/>
            <a:ext cx="3319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&amp; attendance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journal + foreign keys on   ·   </a:t>
            </a:r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auto-migrates on boot   ·   idempotent </a:t>
            </a:r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syncContent()</a:t>
            </a:r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re-seeds the catalogue without wiping user data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ADOPT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the right dog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7666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81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filter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1901952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name, breed or location, plus filters: puppy / adult / senior, gender, size, vaccinated, trained.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24912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2891333"/>
            <a:ext cx="307238" cy="3072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7066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surfacing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026664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Featured, urgent and recently-added rails order results by need first.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849624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016045"/>
            <a:ext cx="307238" cy="3072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831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profiles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15137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(vaccinated, neutered, dewormed, microchipped), temperament, energy, diet, care needs.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974336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5140757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4956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 &amp; similar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417320" y="527608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favourite per user; “similar dogs” by size to keep browsing.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772400" y="1554480"/>
            <a:ext cx="3886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0" y="1554480"/>
            <a:ext cx="3886200" cy="1783080"/>
          </a:xfrm>
          <a:prstGeom prst="rect">
            <a:avLst/>
          </a:prstGeom>
          <a:solidFill>
            <a:srgbClr val="12243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0" y="2011680"/>
            <a:ext cx="914400" cy="9144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8001000" y="1737360"/>
            <a:ext cx="1051560" cy="310896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4" name="Text 17"/>
          <p:cNvSpPr/>
          <p:nvPr/>
        </p:nvSpPr>
        <p:spPr>
          <a:xfrm>
            <a:off x="8001000" y="17373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8046720" y="34290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Bruno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8046720" y="3822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 ·  1 yr  ·  Male  ·  Medium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8046720" y="42062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28" name="Text 21"/>
          <p:cNvSpPr/>
          <p:nvPr/>
        </p:nvSpPr>
        <p:spPr>
          <a:xfrm>
            <a:off x="8046720" y="42062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162288" y="4206240"/>
            <a:ext cx="855878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30" name="Text 23"/>
          <p:cNvSpPr/>
          <p:nvPr/>
        </p:nvSpPr>
        <p:spPr>
          <a:xfrm>
            <a:off x="9162288" y="4206240"/>
            <a:ext cx="8558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Neutered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10127894" y="4206240"/>
            <a:ext cx="1155802" cy="310896"/>
          </a:xfrm>
          <a:prstGeom prst="roundRect">
            <a:avLst>
              <a:gd name="adj" fmla="val 50000"/>
            </a:avLst>
          </a:prstGeom>
          <a:solidFill>
            <a:srgbClr val="E1EEEE"/>
          </a:solidFill>
          <a:ln/>
        </p:spPr>
      </p:sp>
      <p:sp>
        <p:nvSpPr>
          <p:cNvPr id="32" name="Text 25"/>
          <p:cNvSpPr/>
          <p:nvPr/>
        </p:nvSpPr>
        <p:spPr>
          <a:xfrm>
            <a:off x="10127894" y="4206240"/>
            <a:ext cx="1155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w/ kids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8046720" y="468172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R.S. Puram, Coimbatore  ·  Blue Cross of Coimbatore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46720" y="5257800"/>
            <a:ext cx="3337560" cy="5669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35" name="Text 28"/>
          <p:cNvSpPr/>
          <p:nvPr/>
        </p:nvSpPr>
        <p:spPr>
          <a:xfrm>
            <a:off x="8046720" y="525780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adopt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APPLY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tracked adoption application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6" name="Shape 4"/>
          <p:cNvSpPr/>
          <p:nvPr/>
        </p:nvSpPr>
        <p:spPr>
          <a:xfrm>
            <a:off x="149504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504" y="2216140"/>
            <a:ext cx="377464" cy="377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Residence, outdoor space, experience, other pets, children, hours alone, reason.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880360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4" name="Shape 10"/>
          <p:cNvSpPr/>
          <p:nvPr/>
        </p:nvSpPr>
        <p:spPr>
          <a:xfrm>
            <a:off x="432968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144" y="2216140"/>
            <a:ext cx="377464" cy="377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56616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upload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358444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 ID, address &amp; income proof, home photos — multer, 8 MB, JPG/PNG/WEBP/PDF.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288036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1792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1792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22" name="Shape 16"/>
          <p:cNvSpPr/>
          <p:nvPr/>
        </p:nvSpPr>
        <p:spPr>
          <a:xfrm>
            <a:off x="716432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784" y="2216140"/>
            <a:ext cx="377464" cy="377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640080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queue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641908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starts pending with a progress %; lands in the admin review queue.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2880360"/>
            <a:ext cx="274320" cy="27432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9052560" y="1691640"/>
            <a:ext cx="267919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9052560" y="1691640"/>
            <a:ext cx="2679192" cy="109728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30" name="Shape 22"/>
          <p:cNvSpPr/>
          <p:nvPr/>
        </p:nvSpPr>
        <p:spPr>
          <a:xfrm>
            <a:off x="9998964" y="2011680"/>
            <a:ext cx="786384" cy="786384"/>
          </a:xfrm>
          <a:prstGeom prst="ellipse">
            <a:avLst/>
          </a:prstGeom>
          <a:solidFill>
            <a:srgbClr val="12243B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3424" y="2216140"/>
            <a:ext cx="377464" cy="37746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235440" y="2907792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9235440" y="3127248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decision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9253728" y="3529584"/>
            <a:ext cx="2276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or declines; applicant sees the updated status live.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548640" y="4709160"/>
            <a:ext cx="11094415" cy="132588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822960" y="4919472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applicant always knows where they stand, and shelters get structured, document-backed requests instead of scattered phone calls — uploads are validated for type and size, and stored in a writable per-user directory.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 &amp; 4 — GIVE BACK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Foster, volunteer &amp; earn paw-points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713232" cy="7132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400" y="199595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Foster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foster listings per dog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tagged with reason, duration &amp; urgency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Drawn live from the shelters that need help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810512"/>
            <a:ext cx="713232" cy="713232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199595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385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Volunteer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with spots-available status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events with attendance caps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surfaced alongside live program stats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572000"/>
            <a:ext cx="11094415" cy="1463040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89204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510601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800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Paw-points &amp; leaderboard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517550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starts at 100 points and climbs a public leaderboard by helping out — turning adoption &amp; volunteering into a community game.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0" y="4754880"/>
            <a:ext cx="0" cy="109728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89520" y="4828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758952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user’s points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784080" y="48280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9784080" y="5440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balance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— CONNECT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Shelters, knowledge &amp; messaging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000707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shelter directory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78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real Coimbatore shelters (R.S. Puram, Saibaba Colony, Gandhipuram, Peelamedu…) each with rating, distance, dogs available, dogs rehomed and volunteer counts.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55448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47104" y="181051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299" y="2000707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4072" y="18745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Pet-care knowledge hub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65392" y="257860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articles with categories, read-time and author so adopters arrive prepared, not guessing.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18795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4378147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Shelter messaging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9560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user ↔ shelter message threads to ask about a dog before applying.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931920"/>
            <a:ext cx="5349240" cy="214884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47104" y="4187952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4378147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565392" y="495604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notification feed with read / unread state for nudges and updates.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access control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session-based middleware guards split the app into a public/member surface and an admin console.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49240" cy="77724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requireAuth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logged-in member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favourite dogs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adoption applications + documents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shelters, manage profile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notifications &amp; paw-points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49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1224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65960"/>
            <a:ext cx="5349240" cy="777240"/>
          </a:xfrm>
          <a:prstGeom prst="rect">
            <a:avLst/>
          </a:prstGeom>
          <a:solidFill>
            <a:srgbClr val="E874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6596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requireAdmin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console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32918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dogs &amp; shelters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application + uploaded documents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decline with one action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demo admin: demo@pawfinder.in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posture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90" y="2032894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09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Hashed passwords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bcrypt hashes (bcryptjs) — never in plain text.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91072" y="1508760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19672" y="1837944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622" y="2032894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34072" y="1709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Parameterised SQL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34072" y="20574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a prepared statement — structurally safe from SQL injection.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127248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56432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651382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auth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6758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session cookies (7-day), role checks on every protected route.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91072" y="3127248"/>
            <a:ext cx="5349240" cy="141732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9672" y="3456432"/>
            <a:ext cx="749808" cy="74980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622" y="3651382"/>
            <a:ext cx="359908" cy="3599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33284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 validation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34072" y="3675888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enforces MIME allow-list (images + PDF) and an 8 MB / file cap.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11094415" cy="1143000"/>
          </a:xfrm>
          <a:prstGeom prst="rect">
            <a:avLst/>
          </a:prstGeom>
          <a:solidFill>
            <a:srgbClr val="FBEAE0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" y="50749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84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hardening TODO: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A4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 session secret is currently hardcoded and flagged “change-in-production” — it should move to an environment variable / secret before any real deployment.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as a Windows desktop app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65376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758" y="2060326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373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Electron shell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84832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electron-main.js boots the Express server in-process on port 38217 and shows it in one BrowserWindow with a single-instance lock.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72384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3383280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58" y="3578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552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Writable data dir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602736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+ uploads are redirected to Electron userData so they survive an app that ships read-only inside app.asar.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590288"/>
            <a:ext cx="6903720" cy="1371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4901184"/>
            <a:ext cx="749808" cy="74980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758" y="5096134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7731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pipeline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12064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prebuild:electron fetches a better-sqlite3 build for Electron, then electron-builder --win produces the artifact.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680960" y="1554480"/>
            <a:ext cx="3977640" cy="4535424"/>
          </a:xfrm>
          <a:prstGeom prst="rect">
            <a:avLst/>
          </a:prstGeom>
          <a:solidFill>
            <a:srgbClr val="12243B"/>
          </a:solidFill>
          <a:ln/>
        </p:spPr>
      </p:sp>
      <p:sp>
        <p:nvSpPr>
          <p:cNvPr id="20" name="Text 15"/>
          <p:cNvSpPr/>
          <p:nvPr/>
        </p:nvSpPr>
        <p:spPr>
          <a:xfrm>
            <a:off x="795528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955280" y="2148840"/>
            <a:ext cx="3474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path contains a space, and the machine runs Node 24 with no better-sqlite3 prebuilts — so native modules need careful, documented juggling.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artifact is a zip of dist/win-unpacked/ — a self-contained PawFinder.exe (a single-file installer isn’t producible in this environment).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1445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48640" y="64008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PawFinder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3657600" cy="3657600"/>
          </a:xfrm>
          <a:prstGeom prst="ellipse">
            <a:avLst/>
          </a:prstGeom>
          <a:solidFill>
            <a:srgbClr val="1B3450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394960"/>
            <a:ext cx="1828800" cy="1828800"/>
          </a:xfrm>
          <a:prstGeom prst="ellipse">
            <a:avLst/>
          </a:prstGeom>
          <a:solidFill>
            <a:srgbClr val="0E7C7B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 &amp; what’s next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adopt → apply → decide workflow with documents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Foster, volunteer, shelters, articles, messaging, paw-points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with role-based access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Packaged, self-contained Windows desktop app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session secret &amp; config to environment variables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(socket.io is already a dependency)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shelter onboarding + donations / payments</a:t>
            </a:r>
            <a:endParaRPr lang="en-US" sz="125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&amp; a single-file installer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4415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5641848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25880" y="55046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PawFinder — giving Coimbatore’s dogs a faster path home.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PawFinder — Project Overview</dc:title>
  <dc:subject>PptxGenJS Presentation</dc:subject>
  <dc:creator>PawFinder</dc:creator>
  <cp:lastModifiedBy>PawFinder</cp:lastModifiedBy>
  <cp:revision>1</cp:revision>
  <dcterms:created xsi:type="dcterms:W3CDTF">2026-05-18T05:31:28Z</dcterms:created>
  <dcterms:modified xsi:type="dcterms:W3CDTF">2026-05-18T05:31:28Z</dcterms:modified>
</cp:coreProperties>
</file>