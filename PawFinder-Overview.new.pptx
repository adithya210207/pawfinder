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120640" cy="512064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206240"/>
            <a:ext cx="4023360" cy="402336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566928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dirty="0">
                <a:solidFill>
                  <a:srgbClr val="000000"/>
                </a:solidFill>
              </a:rPr>
              <a:t>🐾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MINI-PROJECT PRESENTATION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517904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PawFinder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2706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web platform to adopt, foster and volunteer for Coimbatore's rescue dogs.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712464"/>
            <a:ext cx="10545775" cy="2432304"/>
          </a:xfrm>
          <a:prstGeom prst="roundRect">
            <a:avLst>
              <a:gd name="adj" fmla="val 526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52144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81951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CSE-A  ·  FIRST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2144" y="4315968"/>
            <a:ext cx="9887407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52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Abi Sree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252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25BCS007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625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25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356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Abinaya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356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25BCS008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729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29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460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Adithya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60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25BCS016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83344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3344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56496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Ashwin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56496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25BCS043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93743" y="4553712"/>
            <a:ext cx="1845808" cy="1371600"/>
          </a:xfrm>
          <a:prstGeom prst="roundRect">
            <a:avLst>
              <a:gd name="adj" fmla="val 6667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3743" y="4718304"/>
            <a:ext cx="184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66895" y="512064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Bharanee Tharan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6895" y="5596128"/>
            <a:ext cx="169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25BCS053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DOG ADOPTION  ·  FOSTER  ·  VOLUNTEER PLATFORM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ABSTRACT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PawFinder?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one-paragraph view of the project — the problem it targets and the solution it delivers.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6675120" cy="3657600"/>
          </a:xfrm>
          <a:prstGeom prst="roundRect">
            <a:avLst>
              <a:gd name="adj" fmla="val 325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883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Abstract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182112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is a web-based platform that brings dog adoption, fostering and volunteering for the city of Coimbatore into one trusted application. It connects citizens with verified local shelters, replaces scattered paper-and-phone processes with a guided, status-tracked workflow, and lets people stay involved as adopters, fosters or volunteers — all packaged as a self-contained desktop application.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07808" y="2395728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5552" y="2395728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49056" y="2542032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49056" y="2779776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Animal welfare · civic tech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07808" y="3360420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3360420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49056" y="3506724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49056" y="3744468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web application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07808" y="4325112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4325112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49056" y="4471416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49056" y="4709160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Coimbatore, Tamil Nadu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5289804"/>
            <a:ext cx="3943807" cy="763524"/>
          </a:xfrm>
          <a:prstGeom prst="roundRect">
            <a:avLst>
              <a:gd name="adj" fmla="val 14371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5289804"/>
            <a:ext cx="54864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49056" y="5436108"/>
            <a:ext cx="29379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5673852"/>
            <a:ext cx="2937967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Adopters · fosters · volunteers · shelters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motivation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dedicated platform for dog adoption is needed in a city like Coimbatore.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🐕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414016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dogs, few homes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724912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Street and shelter dogs across the city wait months for a family.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📵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1444752" y="3346704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Shelters work offline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44752" y="3657600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rescues run on phone calls, walk-ins and WhatsApp groups.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🙂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427939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Willing adopters exist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4590288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want to adopt, foster or help — but have no single channel.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303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📲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1444752" y="5212080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digital now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44752" y="5522976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familiar app-like experience can remove the friction entirely.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2377440"/>
            <a:ext cx="3916375" cy="3703320"/>
          </a:xfrm>
          <a:prstGeom prst="roundRect">
            <a:avLst>
              <a:gd name="adj" fmla="val 34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46136" y="2651760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46136" y="2980944"/>
            <a:ext cx="329458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Goodwill exists. A trusted, organised channel to act on it does not.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946136" y="4498848"/>
            <a:ext cx="3294583" cy="0"/>
          </a:xfrm>
          <a:prstGeom prst="line">
            <a:avLst/>
          </a:prstGeom>
          <a:noFill/>
          <a:ln w="12700">
            <a:solidFill>
              <a:srgbClr val="1F3D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6136" y="4681728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is built to close that gap with one local, end-to-end platform.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in Coimbatore is broken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path from “I want to adopt” to a dog at home is scattered, offline and opaque.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000000"/>
                </a:solidFill>
              </a:rPr>
              <a:t>🔍</a:t>
            </a:r>
            <a:endParaRPr lang="en-US" sz="1716" dirty="0"/>
          </a:p>
        </p:txBody>
      </p:sp>
      <p:sp>
        <p:nvSpPr>
          <p:cNvPr id="8" name="Text 6"/>
          <p:cNvSpPr/>
          <p:nvPr/>
        </p:nvSpPr>
        <p:spPr>
          <a:xfrm>
            <a:off x="950976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is 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place to browse dogs across local shelters with real filters.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9594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9594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000000"/>
                </a:solidFill>
              </a:rPr>
              <a:t>📋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4679594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process is opaque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9594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forms and phone calls — applicants never know where they stand.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377440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8213" y="268833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8213" y="2688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dirty="0">
                <a:solidFill>
                  <a:srgbClr val="000000"/>
                </a:solidFill>
              </a:rPr>
              <a:t>🤝</a:t>
            </a:r>
            <a:endParaRPr lang="en-US" sz="1716" dirty="0"/>
          </a:p>
        </p:txBody>
      </p:sp>
      <p:sp>
        <p:nvSpPr>
          <p:cNvPr id="18" name="Text 16"/>
          <p:cNvSpPr/>
          <p:nvPr/>
        </p:nvSpPr>
        <p:spPr>
          <a:xfrm>
            <a:off x="8408213" y="3474720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is fragmented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08213" y="3895344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Fostering and volunteering run on informal, untracked WhatsApp threads.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911535" cy="1060704"/>
          </a:xfrm>
          <a:prstGeom prst="roundRect">
            <a:avLst>
              <a:gd name="adj" fmla="val 10345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983480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983480"/>
            <a:ext cx="963137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problem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single, trusted, local system that connects adopters, fosters and volunteers with verified shelters — and tracks every step.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EXISTING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today — and where it fails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currently runs on a patchwork of manual, disconnected channels.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Current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323697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calls &amp; walk-ins to shelters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378561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&amp; Instagram rescue groups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433425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application forms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488289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kept in personal notebooks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264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🗣️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5431536"/>
            <a:ext cx="413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 / volunteer help by word of mouth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2152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Limitations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10248" y="323697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 discovery of available dogs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71336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0248" y="378561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application status — applicants left guessing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1336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0248" y="433425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verified, reliable shelter directory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71336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10248" y="488289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tracking of foster cases or volunteers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71336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0248" y="5431536"/>
            <a:ext cx="421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Manual, slow and error-prone for everyone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local hub for the whole journey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unifies discovery, application and ongoing involvement in a single app.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3411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3411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🐕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49808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Browse, filter &amp; favourite dogs with rich health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66278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9609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9609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📋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2976006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9158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multi-step application with live status.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92476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5808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🏠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5202204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5356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homes, flagged by urgency &amp; shelter need.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8675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2006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2006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🙋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7428403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1555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paw-points leaderboard.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44873" y="2395728"/>
            <a:ext cx="2006742" cy="274320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28204" y="272491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8204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</a:rPr>
              <a:t>💬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9654601" y="3547872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27753" y="3968496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shelters, chat and a pet-care library.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376672"/>
            <a:ext cx="10911535" cy="877824"/>
          </a:xfrm>
          <a:prstGeom prst="roundRect">
            <a:avLst>
              <a:gd name="adj" fmla="val 1250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376672"/>
            <a:ext cx="101800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Adopters, fosters and volunteers meet verified Coimbatore shelters in one place — and every step is tracked.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sets out to achieve.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 discovery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dogs across verified Coimbatore shelters with rich filters.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4448" y="22860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444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55968" y="22768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applications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55968" y="256032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guided, document-backed adoption flow with live status.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fostering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3803904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short-term foster homes with shelter-supported logistics.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4448" y="35295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55968" y="352044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 volunteers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55968" y="3803904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recognition system that drives participation.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7731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76402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 shelters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71600" y="5047488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console to manage dogs, shelters and applications.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4448" y="477316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4448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55968" y="476402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anywhere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55968" y="5047488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it as an easy-to-run, self-contained desktop app.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is structured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three-tier web app, packaged inside an Electron desktop shell.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4505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77977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Vanilla-JS single-page app — dark, mobile-first UI rendered in the browser.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3467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 request / response · JSON over HTTP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30752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8953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42245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 REST API · 9 route modules · sessions, uploads, Socket.IO.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7914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 SQL queries via better-sqlite3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5175504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175504"/>
            <a:ext cx="731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00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66928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database (better-sqlite3) · seeded catalogue · uploaded documents.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23376" y="2286000"/>
            <a:ext cx="2828239" cy="3803904"/>
          </a:xfrm>
          <a:prstGeom prst="roundRect">
            <a:avLst>
              <a:gd name="adj" fmla="val 420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15984" y="250545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15984" y="2798064"/>
            <a:ext cx="2243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Packaged with Electron + electron-builder — installs and runs as a Windows desktop app.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15984" y="3822192"/>
            <a:ext cx="2243023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5984" y="3968496"/>
            <a:ext cx="2243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15984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36608" y="4279392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— bcrypt + sessions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15984" y="479145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36608" y="4791456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 — Multer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15984" y="53035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36608" y="5303520"/>
            <a:ext cx="1822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— Socket.IO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lightweight, dependency-light JavaScript stack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🎨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932688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· CSS3 · Vanilla JS (SPA)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1306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1306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⚙️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661306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1306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23408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9925" y="26151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9925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🗄️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389925" y="32552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9925" y="35844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better-sqlite3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🔐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32688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 · express-session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1306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1306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⚡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4661306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 &amp; Uploads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1306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· Multer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4398264"/>
            <a:ext cx="3454298" cy="1783080"/>
          </a:xfrm>
          <a:prstGeom prst="roundRect">
            <a:avLst>
              <a:gd name="adj" fmla="val 61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9925" y="467258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9925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📦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8389925" y="53126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9925" y="5641848"/>
            <a:ext cx="28690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· electron-builder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MODULES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core modules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is organised into independent, role-aware modules.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🐕</a:t>
            </a:r>
            <a:endParaRPr lang="en-US" sz="1508" dirty="0"/>
          </a:p>
        </p:txBody>
      </p:sp>
      <p:sp>
        <p:nvSpPr>
          <p:cNvPr id="8" name="Text 6"/>
          <p:cNvSpPr/>
          <p:nvPr/>
        </p:nvSpPr>
        <p:spPr>
          <a:xfrm>
            <a:off x="1572768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filter and favourite dogs with full health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3018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3018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📋</a:t>
            </a:r>
            <a:endParaRPr lang="en-US" sz="1508" dirty="0"/>
          </a:p>
        </p:txBody>
      </p:sp>
      <p:sp>
        <p:nvSpPr>
          <p:cNvPr id="13" name="Text 11"/>
          <p:cNvSpPr/>
          <p:nvPr/>
        </p:nvSpPr>
        <p:spPr>
          <a:xfrm>
            <a:off x="5301386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1306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application with document upload and status tracking.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7317" y="2340864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1637" y="261518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1637" y="2615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🏠</a:t>
            </a:r>
            <a:endParaRPr lang="en-US" sz="1508" dirty="0"/>
          </a:p>
        </p:txBody>
      </p:sp>
      <p:sp>
        <p:nvSpPr>
          <p:cNvPr id="18" name="Text 16"/>
          <p:cNvSpPr/>
          <p:nvPr/>
        </p:nvSpPr>
        <p:spPr>
          <a:xfrm>
            <a:off x="9030005" y="2651760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89925" y="3273552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by urgency; one-tap registration as a foster parent.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🙋</a:t>
            </a:r>
            <a:endParaRPr lang="en-US" sz="1508" dirty="0"/>
          </a:p>
        </p:txBody>
      </p:sp>
      <p:sp>
        <p:nvSpPr>
          <p:cNvPr id="23" name="Text 21"/>
          <p:cNvSpPr/>
          <p:nvPr/>
        </p:nvSpPr>
        <p:spPr>
          <a:xfrm>
            <a:off x="1572768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2688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roles, community events and a paw-points leaderboard.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8698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3018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018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💬</a:t>
            </a:r>
            <a:endParaRPr lang="en-US" sz="1508" dirty="0"/>
          </a:p>
        </p:txBody>
      </p:sp>
      <p:sp>
        <p:nvSpPr>
          <p:cNvPr id="28" name="Text 26"/>
          <p:cNvSpPr/>
          <p:nvPr/>
        </p:nvSpPr>
        <p:spPr>
          <a:xfrm>
            <a:off x="5301386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661306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shelter directory, shelter chat and a care library.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7317" y="4425696"/>
            <a:ext cx="3454298" cy="1810512"/>
          </a:xfrm>
          <a:prstGeom prst="roundRect">
            <a:avLst>
              <a:gd name="adj" fmla="val 606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1637" y="47000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1637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00000"/>
                </a:solidFill>
              </a:rPr>
              <a:t>🛠️</a:t>
            </a:r>
            <a:endParaRPr lang="en-US" sz="1508" dirty="0"/>
          </a:p>
        </p:txBody>
      </p:sp>
      <p:sp>
        <p:nvSpPr>
          <p:cNvPr id="33" name="Text 31"/>
          <p:cNvSpPr/>
          <p:nvPr/>
        </p:nvSpPr>
        <p:spPr>
          <a:xfrm>
            <a:off x="9030005" y="4736592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Console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389925" y="5358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Shelters review applications and manage dogs &amp; directory.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users can 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features that make the platform usable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042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🔎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28600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59689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breed, age, gender, size, vaccinated and more.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23042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4448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🩺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7129120" y="228600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dog profiles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129120" y="259689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record, temperament, story and photos.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📋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356616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Tracked applications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387705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steps, document upload, live status.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🏠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7129120" y="356616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 registration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9120" y="387705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by urgency with built-in FAQ.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64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64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🏅</a:t>
            </a:r>
            <a:endParaRPr lang="en-US" sz="1612" dirty="0"/>
          </a:p>
        </p:txBody>
      </p:sp>
      <p:sp>
        <p:nvSpPr>
          <p:cNvPr id="23" name="Text 21"/>
          <p:cNvSpPr/>
          <p:nvPr/>
        </p:nvSpPr>
        <p:spPr>
          <a:xfrm>
            <a:off x="1444752" y="484632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&amp; paw-points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44752" y="51572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monthly leaderboard.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4448" y="4864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4448" y="4864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00000"/>
                </a:solidFill>
              </a:rPr>
              <a:t>🏥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7129120" y="4846320"/>
            <a:ext cx="442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Shelters &amp; care library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29120" y="51572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directory, chat and curated articles.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adoption workflow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implemented flow — guided application to adoption 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3724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1608" y="219456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491" y="2194560"/>
            <a:ext cx="1996364" cy="0"/>
          </a:xfrm>
          <a:prstGeom prst="line">
            <a:avLst/>
          </a:prstGeom>
          <a:noFill/>
          <a:ln w="25400">
            <a:solidFill>
              <a:srgbClr val="0A0A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2854" y="1993392"/>
            <a:ext cx="402336" cy="40233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285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63942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0738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073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91826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58622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862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9710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86505" y="199339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86505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47593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907792"/>
            <a:ext cx="5309464" cy="1874520"/>
          </a:xfrm>
          <a:prstGeom prst="roundRect">
            <a:avLst>
              <a:gd name="adj" fmla="val 58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976" y="314553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What the applicant fills in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0976" y="3547872"/>
            <a:ext cx="4687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pre-adoption checklist, then home environment — residence, space, experience, other pets, children and hours alone.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2152" y="2907792"/>
            <a:ext cx="5309464" cy="1874520"/>
          </a:xfrm>
          <a:prstGeom prst="roundRect">
            <a:avLst>
              <a:gd name="adj" fmla="val 585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53048" y="314553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📎  What the shelter does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53048" y="3547872"/>
            <a:ext cx="4687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uploaded ID, address, income proof and home photos, then approves or declines from the admin console.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020056"/>
            <a:ext cx="10911535" cy="969264"/>
          </a:xfrm>
          <a:prstGeom prst="roundRect">
            <a:avLst>
              <a:gd name="adj" fmla="val 1132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58669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48h</a:t>
            </a:r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77258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visit</a:t>
            </a:r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5848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14437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&amp; greet</a:t>
            </a:r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33026" y="5148072"/>
            <a:ext cx="18185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day 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5138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in “My Applications” — applicants always know where they stand.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RESULTS &amp;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prototype delivers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working, demo-ready application with seeded local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Coimbatore shelters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1972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8276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78276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journeys, end to 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3864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0168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70168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modules implemented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15755" y="2340864"/>
            <a:ext cx="2535860" cy="1554480"/>
          </a:xfrm>
          <a:prstGeom prst="roundRect">
            <a:avLst>
              <a:gd name="adj" fmla="val 764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2059" y="2542032"/>
            <a:ext cx="224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1-tap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62059" y="3218688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access, no setup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69664"/>
            <a:ext cx="10911535" cy="1627632"/>
          </a:xfrm>
          <a:prstGeom prst="roundRect">
            <a:avLst>
              <a:gd name="adj" fmla="val 730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9264" y="4370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Delivered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" y="47731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47731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adoption flow with document upload &amp; status tracking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8728" y="47731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6472" y="47731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admin console for shelters to review &amp; manage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264" y="52303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52303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catalogue of dogs, foster cases, roles and care articles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8728" y="5230368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6472" y="5230368"/>
            <a:ext cx="470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desktop build — runs without internet setup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ADVANTAGES &amp;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future enhancements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approach works — and where it can go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Advantages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323697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Centralised — one trusted place for the whole journey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378561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— every application is status-tracked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433425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— built around verified Coimbatore shelters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488289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Low-friction — one-tap demo, mobile-first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543153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— runs as a self-contained desktop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2152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enhancements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3236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1960" y="323697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adopters and shelters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71336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1960" y="378561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 self-onboarding and online donations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71336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1960" y="433425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 (Android / iOS)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71336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1960" y="488289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beyond Coimbatore to more cities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71336" y="54315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1960" y="5431536"/>
            <a:ext cx="423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dog–adopter matching suggestions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931920"/>
            <a:ext cx="4389120" cy="4389120"/>
          </a:xfrm>
          <a:prstGeom prst="ellipse">
            <a:avLst/>
          </a:prstGeom>
          <a:solidFill>
            <a:srgbClr val="4ADE8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554480"/>
            <a:ext cx="3840480" cy="384048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950976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Coimbatore's dogs a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path home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706624"/>
            <a:ext cx="10545775" cy="2286000"/>
          </a:xfrm>
          <a:prstGeom prst="roundRect">
            <a:avLst>
              <a:gd name="adj" fmla="val 56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01752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replaces a scattered, offline process with one trusted local platform — connecting adopters, fosters and volunteers with verified Coimbatore shelters, with every step tracked, and shipped as a self-contained desktop 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4187952"/>
            <a:ext cx="981425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34256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  </a:t>
            </a:r>
            <a:pPr indent="0" marL="0">
              <a:buNone/>
            </a:pPr>
            <a:r>
              <a:rPr lang="en-US" sz="13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usable, demo-ready prototype that proves the concept end to end.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96735" y="52669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CSE-A  ·  First Year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Mini Project Presentation</dc:title>
  <dc:subject>PptxGenJS Presentation</dc:subject>
  <dc:creator>PawFinder Team — CSE-A</dc:creator>
  <cp:lastModifiedBy>PawFinder Team — CSE-A</cp:lastModifiedBy>
  <cp:revision>1</cp:revision>
  <dcterms:created xsi:type="dcterms:W3CDTF">2026-05-18T15:40:53Z</dcterms:created>
  <dcterms:modified xsi:type="dcterms:W3CDTF">2026-05-18T15:40:53Z</dcterms:modified>
</cp:coreProperties>
</file>