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364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937760" cy="4937760"/>
          </a:xfrm>
          <a:prstGeom prst="ellipse">
            <a:avLst/>
          </a:prstGeom>
          <a:solidFill>
            <a:srgbClr val="4ADE8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97680"/>
            <a:ext cx="3840480" cy="3840480"/>
          </a:xfrm>
          <a:prstGeom prst="ellipse">
            <a:avLst/>
          </a:prstGeom>
          <a:solidFill>
            <a:srgbClr val="60A5F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509760" y="6400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🐾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DOG ADOPTION · FOSTER · VOLUNTEER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2139696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PawFinder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868680" y="3456432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trusted, local app to adopt, foster, and care for Coimbatore's rescue dogs.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72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🐕 Adopt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16352" y="45720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4572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Foster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64024" y="45720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4572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🙋 Volunteer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11696" y="45720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4572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OVERVIEW · A TOUR OF THE EXPERIENCE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PAWFINDER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in Coimbatore is broken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Thousands of street and shelter dogs wait for homes — but the path from “I want to adopt” to a dog at home is scattered, offline, and opaque.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70662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06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6" dirty="0">
                <a:solidFill>
                  <a:srgbClr val="000000"/>
                </a:solidFill>
              </a:rPr>
              <a:t>🔍</a:t>
            </a:r>
            <a:endParaRPr lang="en-US" sz="1716" dirty="0"/>
          </a:p>
        </p:txBody>
      </p:sp>
      <p:sp>
        <p:nvSpPr>
          <p:cNvPr id="8" name="Text 6"/>
          <p:cNvSpPr/>
          <p:nvPr/>
        </p:nvSpPr>
        <p:spPr>
          <a:xfrm>
            <a:off x="950976" y="3493008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is hard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3913632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place to browse dogs across local shelters with real filters.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2395728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9594" y="270662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9594" y="2706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6" dirty="0">
                <a:solidFill>
                  <a:srgbClr val="000000"/>
                </a:solidFill>
              </a:rPr>
              <a:t>📋</a:t>
            </a:r>
            <a:endParaRPr lang="en-US" sz="1716" dirty="0"/>
          </a:p>
        </p:txBody>
      </p:sp>
      <p:sp>
        <p:nvSpPr>
          <p:cNvPr id="13" name="Text 11"/>
          <p:cNvSpPr/>
          <p:nvPr/>
        </p:nvSpPr>
        <p:spPr>
          <a:xfrm>
            <a:off x="4679594" y="3493008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process is opaque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79594" y="3913632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forms and phone calls — applicants never know where they stand.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7317" y="2395728"/>
            <a:ext cx="3454298" cy="2331720"/>
          </a:xfrm>
          <a:prstGeom prst="roundRect">
            <a:avLst>
              <a:gd name="adj" fmla="val 4706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8213" y="270662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8213" y="27066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16" dirty="0">
                <a:solidFill>
                  <a:srgbClr val="000000"/>
                </a:solidFill>
              </a:rPr>
              <a:t>🤝</a:t>
            </a:r>
            <a:endParaRPr lang="en-US" sz="1716" dirty="0"/>
          </a:p>
        </p:txBody>
      </p:sp>
      <p:sp>
        <p:nvSpPr>
          <p:cNvPr id="18" name="Text 16"/>
          <p:cNvSpPr/>
          <p:nvPr/>
        </p:nvSpPr>
        <p:spPr>
          <a:xfrm>
            <a:off x="8408213" y="3493008"/>
            <a:ext cx="28325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 is fragmented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08213" y="3913632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Fostering and volunteering run on informal, untracked WhatsApp threads.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10911535" cy="1060704"/>
          </a:xfrm>
          <a:prstGeom prst="roundRect">
            <a:avLst>
              <a:gd name="adj" fmla="val 10345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5001768"/>
            <a:ext cx="640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5001768"/>
            <a:ext cx="963137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  </a:t>
            </a:r>
            <a:r>
              <a:rPr lang="en-US" sz="14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local hub where adopters, fosters and volunteers meet verified Coimbatore shelters — and every step is tracked.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app, five journeys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connects — discover a dog, apply, and stay involved without ever leaving PawFinder.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2006742" cy="278892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3411" y="27797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3411" y="2779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🐕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749808" y="3602736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Browse, filter &amp; favourite dogs with rich health profiles.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66278" y="2450592"/>
            <a:ext cx="2006742" cy="278892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9609" y="27797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9609" y="2779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📋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2976006" y="3602736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49158" y="4023360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guided multi-step application with live status.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92476" y="2450592"/>
            <a:ext cx="2006742" cy="278892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5808" y="27797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2779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🏠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5202204" y="3602736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Foster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75356" y="4023360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homes, flagged by urgency &amp; shelter need.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8675" y="2450592"/>
            <a:ext cx="2006742" cy="278892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2006" y="27797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2006" y="2779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🙋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7428403" y="3602736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1555" y="4023360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Roles, events and a paw-points leaderboard.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44873" y="2450592"/>
            <a:ext cx="2006742" cy="2788920"/>
          </a:xfrm>
          <a:prstGeom prst="roundRect">
            <a:avLst>
              <a:gd name="adj" fmla="val 592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28204" y="27797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28204" y="2779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💬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9654601" y="3602736"/>
            <a:ext cx="178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27753" y="4023360"/>
            <a:ext cx="16409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shelters, chat and a pet-care library.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55504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Backed by 8 verified Coimbatore shelters and a seeded catalogue of dogs, foster cases, roles and care articles.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like the app it 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fast, dark, mobile-first interface — emoji-clear, thumb-friendly, and built around Coimbatore.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📱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44752" y="2450592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single screen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4752" y="2761488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page transitions, no reloads — it feels native.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015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01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🌙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1444752" y="3383280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dark UI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44752" y="3694176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High-contrast and calm, easy on the eyes day or night.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34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⚡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444752" y="4315968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filter everywhere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4626864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Type-ahead search and one-tap filter chips on every list.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6694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66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📍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1444752" y="5248656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Made for Coimbatore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44752" y="5559552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shelters, real localities, weather-aware walk tips.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2395728"/>
            <a:ext cx="3913632" cy="3657600"/>
          </a:xfrm>
          <a:prstGeom prst="roundRect">
            <a:avLst>
              <a:gd name="adj" fmla="val 400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09560" y="26334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navigation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36408" y="2999232"/>
            <a:ext cx="3511296" cy="457200"/>
          </a:xfrm>
          <a:prstGeom prst="roundRect">
            <a:avLst>
              <a:gd name="adj" fmla="val 20000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6442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76488" y="299923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964424" y="35067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76488" y="350672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64424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76488" y="401421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64424" y="45217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76488" y="4521708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64424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76488" y="50292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964424" y="5536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76488" y="553669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In, in seconds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Low-friction sign-up tuned for first-timers — or skip straight in with one-tap demo access.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5309464" cy="3246120"/>
          </a:xfrm>
          <a:prstGeom prst="roundRect">
            <a:avLst>
              <a:gd name="adj" fmla="val 3662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88336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🪪  Create an account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9264" y="3182112"/>
            <a:ext cx="4651096" cy="402336"/>
          </a:xfrm>
          <a:prstGeom prst="roundRect">
            <a:avLst>
              <a:gd name="adj" fmla="val 18182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182112"/>
            <a:ext cx="439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name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9264" y="3657600"/>
            <a:ext cx="4651096" cy="402336"/>
          </a:xfrm>
          <a:prstGeom prst="roundRect">
            <a:avLst>
              <a:gd name="adj" fmla="val 18182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57600"/>
            <a:ext cx="439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9264" y="4133088"/>
            <a:ext cx="4651096" cy="402336"/>
          </a:xfrm>
          <a:prstGeom prst="roundRect">
            <a:avLst>
              <a:gd name="adj" fmla="val 18182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133088"/>
            <a:ext cx="439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 +91 9XXXXXXXXX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9264" y="4608576"/>
            <a:ext cx="4651096" cy="402336"/>
          </a:xfrm>
          <a:prstGeom prst="roundRect">
            <a:avLst>
              <a:gd name="adj" fmla="val 18182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608576"/>
            <a:ext cx="439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 ·  Coimbatore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" y="5084064"/>
            <a:ext cx="4651096" cy="402336"/>
          </a:xfrm>
          <a:prstGeom prst="roundRect">
            <a:avLst>
              <a:gd name="adj" fmla="val 18182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084064"/>
            <a:ext cx="4395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 ·  min 6 characters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2152" y="2432304"/>
            <a:ext cx="5309464" cy="3246120"/>
          </a:xfrm>
          <a:prstGeom prst="roundRect">
            <a:avLst>
              <a:gd name="adj" fmla="val 3662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71336" y="3383280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demo access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71336" y="3803904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tap auto-fills the demo login and signs you in: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71336" y="4224528"/>
            <a:ext cx="4651096" cy="512064"/>
          </a:xfrm>
          <a:prstGeom prst="roundRect">
            <a:avLst>
              <a:gd name="adj" fmla="val 17857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1336" y="4224528"/>
            <a:ext cx="465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demo@pawfinder.in  ·  demo123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71336" y="4882896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every feature with seeded Coimbatore data — no setup required.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· DISCOVER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home screen that pulls you 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Discover feed blends dogs ready to adopt with the things that build a caring community.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09464" cy="3749040"/>
          </a:xfrm>
          <a:prstGeom prst="roundRect">
            <a:avLst>
              <a:gd name="adj" fmla="val 317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51760"/>
            <a:ext cx="465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  FIND A DOG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316382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❤️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3163824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hero with a live “dogs near you” count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375361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3753612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search by breed, age or location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434340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4343400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filter chips — puppy/adult/senior, ♀/♂, vaccinated, size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49331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81328" y="4933188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 dog + recently-added rail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9264" y="55229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5522976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“Available near you” gallery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2152" y="2377440"/>
            <a:ext cx="5309464" cy="3749040"/>
          </a:xfrm>
          <a:prstGeom prst="roundRect">
            <a:avLst>
              <a:gd name="adj" fmla="val 317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651760"/>
            <a:ext cx="465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 BUILD COMMUNITY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71336" y="316382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3400" y="3163824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stories from Coimbatore families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71336" y="375361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3400" y="3753612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Shelters-near-you map · 🌤️ weather walk tips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71336" y="434340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3400" y="4343400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impact stats — rehomed, rescues, ₹ raised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71336" y="49331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3400" y="4933188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SOS — report an injured stray in one tap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71336" y="55229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🗳️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3400" y="5522976"/>
            <a:ext cx="4139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poll · 🧠 dog-knowledge quiz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1 · ADOPT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right dog, fast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🔎</a:t>
            </a:r>
            <a:endParaRPr lang="en-US" sz="1612" dirty="0"/>
          </a:p>
        </p:txBody>
      </p:sp>
      <p:sp>
        <p:nvSpPr>
          <p:cNvPr id="6" name="Text 4"/>
          <p:cNvSpPr/>
          <p:nvPr/>
        </p:nvSpPr>
        <p:spPr>
          <a:xfrm>
            <a:off x="1444752" y="1856232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filter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44752" y="2167128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breed or location, plus puppy/adult/senior, gender, size, vaccinated, trained.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352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35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📌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444752" y="2916936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surfacing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44752" y="3227832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Featured, urgent and recently-added rails order results by need first.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9592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🩺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1444752" y="3977640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profiles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44752" y="4288536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Vaccinated · neutered · dewormed · microchipped, plus temperament, energy &amp; diet.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41622"/>
          </a:solidFill>
          <a:ln w="12700">
            <a:solidFill>
              <a:srgbClr val="3C24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❤️</a:t>
            </a:r>
            <a:endParaRPr lang="en-US" sz="1612" dirty="0"/>
          </a:p>
        </p:txBody>
      </p:sp>
      <p:sp>
        <p:nvSpPr>
          <p:cNvPr id="18" name="Text 16"/>
          <p:cNvSpPr/>
          <p:nvPr/>
        </p:nvSpPr>
        <p:spPr>
          <a:xfrm>
            <a:off x="1444752" y="5038344"/>
            <a:ext cx="5596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Favourites &amp; similar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44752" y="5349240"/>
            <a:ext cx="5596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save per user; “similar dogs” keep you browsing.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1783080"/>
            <a:ext cx="3913632" cy="4343400"/>
          </a:xfrm>
          <a:prstGeom prst="roundRect">
            <a:avLst>
              <a:gd name="adj" fmla="val 3738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09560" y="2057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3151A"/>
          </a:solidFill>
          <a:ln w="12700">
            <a:solidFill>
              <a:srgbClr val="3C22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0536" y="2569464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🐕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7909560" y="4032504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Bruno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09560" y="445312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Indie · 1 yr · Male · Medium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27848" y="4855464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7848" y="485546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Vaccinated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25712" y="4855464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485546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Neutered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323576" y="4855464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23576" y="485546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👶 Good w/ kids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909560" y="533095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R.S. Puram · Blue Cross of Coimbatore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09560" y="5623560"/>
            <a:ext cx="3364992" cy="384048"/>
          </a:xfrm>
          <a:prstGeom prst="roundRect">
            <a:avLst>
              <a:gd name="adj" fmla="val 23810"/>
            </a:avLst>
          </a:pr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7909560" y="56235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to adopt 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9" grpId="0" animBg="1"/>
      <p:bldP spid="31" grpId="0" animBg="1"/>
      <p:bldP spid="32" grpId="0" animBg="1"/>
      <p:bldP spid="34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· MEET &amp; MESSAGE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dog, message the shelter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every answer before you commit — no phone tag, no guessing.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670048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🐕  On the dog's profile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32369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1328" y="3236976"/>
            <a:ext cx="413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health record, story, photo &amp; care needs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39136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3913632"/>
            <a:ext cx="413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to favourites with one tap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4590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4590288"/>
            <a:ext cx="413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“Similar dogs” suggested by size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52669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5266944"/>
            <a:ext cx="413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“Start adoption →” launches the application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2152" y="2395728"/>
            <a:ext cx="5309464" cy="3703320"/>
          </a:xfrm>
          <a:prstGeom prst="roundRect">
            <a:avLst>
              <a:gd name="adj" fmla="val 3210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53048" y="2651760"/>
            <a:ext cx="468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Shelter   </a:t>
            </a:r>
            <a:r>
              <a:rPr lang="en-US" sz="10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Online · AI-assisted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53048" y="3054096"/>
            <a:ext cx="4687672" cy="0"/>
          </a:xfrm>
          <a:prstGeom prst="line">
            <a:avLst/>
          </a:prstGeom>
          <a:noFill/>
          <a:ln w="1270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3048" y="3218688"/>
            <a:ext cx="3937864" cy="566928"/>
          </a:xfrm>
          <a:prstGeom prst="roundRect">
            <a:avLst>
              <a:gd name="adj" fmla="val 19355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9352" y="3218688"/>
            <a:ext cx="3681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Hi! Bruno is vaccinated &amp; neutered. Want to schedule a visit?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02856" y="3895344"/>
            <a:ext cx="3937864" cy="457200"/>
          </a:xfrm>
          <a:prstGeom prst="roundRect">
            <a:avLst>
              <a:gd name="adj" fmla="val 24000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9160" y="3895344"/>
            <a:ext cx="368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— this weekend?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3048" y="4498848"/>
            <a:ext cx="468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QUICK REPLIES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53048" y="4791456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048" y="479145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visit?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80680" y="4791456"/>
            <a:ext cx="1265530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0680" y="4791456"/>
            <a:ext cx="12655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Vaccination?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555937" y="4791456"/>
            <a:ext cx="676656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937" y="479145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Fees?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53048" y="5248656"/>
            <a:ext cx="1349654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048" y="5248656"/>
            <a:ext cx="13496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 first?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12430" y="5248656"/>
            <a:ext cx="676656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2430" y="524865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Diet?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9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2 · APPLY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guided, tracked application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33724" y="182880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1608" y="1828800"/>
            <a:ext cx="1996364" cy="0"/>
          </a:xfrm>
          <a:prstGeom prst="line">
            <a:avLst/>
          </a:prstGeom>
          <a:noFill/>
          <a:ln w="25400">
            <a:solidFill>
              <a:srgbClr val="2A2A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491" y="1828800"/>
            <a:ext cx="1996364" cy="0"/>
          </a:xfrm>
          <a:prstGeom prst="line">
            <a:avLst/>
          </a:prstGeom>
          <a:noFill/>
          <a:ln w="25400">
            <a:solidFill>
              <a:srgbClr val="0A0A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2854" y="1627632"/>
            <a:ext cx="402336" cy="40233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2854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3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63942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30738" y="162763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0738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1826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58622" y="162763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862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971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86505" y="1627632"/>
            <a:ext cx="402336" cy="402336"/>
          </a:xfrm>
          <a:prstGeom prst="ellipse">
            <a:avLst/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6505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47593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542032"/>
            <a:ext cx="5309464" cy="2103120"/>
          </a:xfrm>
          <a:prstGeom prst="roundRect">
            <a:avLst>
              <a:gd name="adj" fmla="val 5217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0976" y="2779776"/>
            <a:ext cx="468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What you fill 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200400"/>
            <a:ext cx="4687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pre-adoption checklist, then your home environment: residence, outdoor space, experience, other pets, children, hours alone, and why you want to adopt.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42152" y="2542032"/>
            <a:ext cx="5309464" cy="2103120"/>
          </a:xfrm>
          <a:prstGeom prst="roundRect">
            <a:avLst>
              <a:gd name="adj" fmla="val 5217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53048" y="2779776"/>
            <a:ext cx="468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📎  Documents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3048" y="3200400"/>
            <a:ext cx="4687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Securely upload Government ID, address proof, income proof and home photos. Not ready? “Save draft &amp; continue later.”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10911535" cy="1060704"/>
          </a:xfrm>
          <a:prstGeom prst="roundRect">
            <a:avLst>
              <a:gd name="adj" fmla="val 10345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47488"/>
            <a:ext cx="1818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r>
              <a:rPr lang="en-US" sz="1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458669" y="5047488"/>
            <a:ext cx="1818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· 48h</a:t>
            </a:r>
            <a:r>
              <a:rPr lang="en-US" sz="1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77258" y="5047488"/>
            <a:ext cx="1818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visit</a:t>
            </a:r>
            <a:r>
              <a:rPr lang="en-US" sz="1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95848" y="5047488"/>
            <a:ext cx="1818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r>
              <a:rPr lang="en-US" sz="1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914437" y="5047488"/>
            <a:ext cx="1818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&amp; greet</a:t>
            </a:r>
            <a:r>
              <a:rPr lang="en-US" sz="11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›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733026" y="5047488"/>
            <a:ext cx="1818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day 🎉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in “My Applications” — applicants always know exactly where they stand.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3" grpId="0" animBg="1"/>
      <p:bldP spid="16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3 · FOSTER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your home, short-term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a dog a temporary home while they wait for adoption — the shelter covers the rest.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5309464" cy="3200400"/>
          </a:xfrm>
          <a:prstGeom prst="roundRect">
            <a:avLst>
              <a:gd name="adj" fmla="val 3714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9264" y="2706624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fostering involves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32735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273552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for 2–8 weeks on average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37307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3730752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&amp; basic supplies provided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41879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4187952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medical costs covered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46451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📞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645152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shelter support on WhatsApp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9264" y="5102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5102352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pickup &amp; drop service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2152" y="2432304"/>
            <a:ext cx="5309464" cy="3200400"/>
          </a:xfrm>
          <a:prstGeom prst="roundRect">
            <a:avLst>
              <a:gd name="adj" fmla="val 3714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71336" y="2706624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🐕  In the app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3273552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Dogs needing foster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71336" y="3547872"/>
            <a:ext cx="465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tagged by reason, duration &amp; urgency, drawn live from shelters that need help.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71336" y="4114800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Frequently asked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71336" y="4389120"/>
            <a:ext cx="465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FAQ answers the common worries up front.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71336" y="4956048"/>
            <a:ext cx="465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One-tap register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71336" y="5230368"/>
            <a:ext cx="465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“Register as a foster parent” to get matched.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4 · VOLUNTEER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 out, climb the leaderboard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adoption and volunteering into a community game everyone can win.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420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🙋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444752" y="252374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roles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4752" y="2834640"/>
            <a:ext cx="5321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with a live spots-available status so you know what's needed now.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210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📅</a:t>
            </a:r>
            <a:endParaRPr lang="en-US" sz="1612" dirty="0"/>
          </a:p>
        </p:txBody>
      </p:sp>
      <p:sp>
        <p:nvSpPr>
          <p:cNvPr id="11" name="Text 9"/>
          <p:cNvSpPr/>
          <p:nvPr/>
        </p:nvSpPr>
        <p:spPr>
          <a:xfrm>
            <a:off x="1444752" y="360273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events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444752" y="3913632"/>
            <a:ext cx="5321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and meetups with attendance caps, surfaced with live stats.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🏅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444752" y="468172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leaderboard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44752" y="4992624"/>
            <a:ext cx="5321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volunteers ranked publicly — recognition that motivates.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4282135" cy="3703320"/>
          </a:xfrm>
          <a:prstGeom prst="roundRect">
            <a:avLst>
              <a:gd name="adj" fmla="val 3457"/>
            </a:avLst>
          </a:prstGeom>
          <a:solidFill>
            <a:srgbClr val="1B1626"/>
          </a:solidFill>
          <a:ln w="12700">
            <a:solidFill>
              <a:srgbClr val="2F2442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98664" y="2670048"/>
            <a:ext cx="36237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  PAW-POINTS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98664" y="2999232"/>
            <a:ext cx="362376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7598664" y="3840480"/>
            <a:ext cx="3623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points everyone starts with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98664" y="4224528"/>
            <a:ext cx="3623767" cy="0"/>
          </a:xfrm>
          <a:prstGeom prst="line">
            <a:avLst/>
          </a:prstGeom>
          <a:noFill/>
          <a:ln w="12700">
            <a:solidFill>
              <a:srgbClr val="2F24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4370832"/>
            <a:ext cx="36237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240  </a:t>
            </a: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user's balance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98664" y="4937760"/>
            <a:ext cx="36237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Climb by adopting, fostering and showing up — every contribution counts.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5 · CONNECT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shelters &amp; a care library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9464" cy="3063240"/>
          </a:xfrm>
          <a:prstGeom prst="roundRect">
            <a:avLst>
              <a:gd name="adj" fmla="val 3881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9264" y="2103120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8 verified Coimbatore shelters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9264" y="2542032"/>
            <a:ext cx="4651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R.S. Puram · Saibaba Colony · Gandhipuram · Peelamedu and more — each with rating, distance, dogs available, dogs rehomed and volunteer counts.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9264" y="41148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4114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Rating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9696" y="41148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4114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Distance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0128" y="41148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4114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🐕 Dogs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41148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B1B23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114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Rehomed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42152" y="1828800"/>
            <a:ext cx="5309464" cy="3063240"/>
          </a:xfrm>
          <a:prstGeom prst="roundRect">
            <a:avLst>
              <a:gd name="adj" fmla="val 3881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71336" y="2103120"/>
            <a:ext cx="465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Pet-care knowledge hub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71336" y="2542032"/>
            <a:ext cx="4651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articles with read-time and author, so adopters arrive prepared — with an in-app reader and bookmarks.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71336" y="411480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1336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41768" y="411480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1768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2200" y="411480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2200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82632" y="411480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C1A12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82632" y="41148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148072"/>
            <a:ext cx="10911535" cy="841248"/>
          </a:xfrm>
          <a:prstGeom prst="roundRect">
            <a:avLst>
              <a:gd name="adj" fmla="val 13043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48072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Per-user notifications</a:t>
            </a:r>
            <a:r>
              <a:rPr lang="en-US" sz="13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1300" b="1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🤍  Saved dogs</a:t>
            </a:r>
            <a:r>
              <a:rPr lang="en-US" sz="13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 nothing you care about gets lost.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SHELTERS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simple console to run it all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 admins manage everything from inside the same app — no separate tool to learn.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32304"/>
            <a:ext cx="3454298" cy="2697480"/>
          </a:xfrm>
          <a:prstGeom prst="roundRect">
            <a:avLst>
              <a:gd name="adj" fmla="val 4068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7432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0211A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</a:rPr>
              <a:t>📋</a:t>
            </a:r>
            <a:endParaRPr lang="en-US" sz="1664" dirty="0"/>
          </a:p>
        </p:txBody>
      </p:sp>
      <p:sp>
        <p:nvSpPr>
          <p:cNvPr id="8" name="Text 6"/>
          <p:cNvSpPr/>
          <p:nvPr/>
        </p:nvSpPr>
        <p:spPr>
          <a:xfrm>
            <a:off x="950976" y="3511296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adoptions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50976" y="3913632"/>
            <a:ext cx="28325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every application with its uploaded documents, then approve or decline in one action.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432304"/>
            <a:ext cx="3454298" cy="2697480"/>
          </a:xfrm>
          <a:prstGeom prst="roundRect">
            <a:avLst>
              <a:gd name="adj" fmla="val 4068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9594" y="27432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11A2B"/>
          </a:solidFill>
          <a:ln w="12700">
            <a:solidFill>
              <a:srgbClr val="2031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9594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</a:rPr>
              <a:t>🐕</a:t>
            </a:r>
            <a:endParaRPr lang="en-US" sz="1664" dirty="0"/>
          </a:p>
        </p:txBody>
      </p:sp>
      <p:sp>
        <p:nvSpPr>
          <p:cNvPr id="13" name="Text 11"/>
          <p:cNvSpPr/>
          <p:nvPr/>
        </p:nvSpPr>
        <p:spPr>
          <a:xfrm>
            <a:off x="4679594" y="3511296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 dogs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9594" y="3913632"/>
            <a:ext cx="28325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Add, edit and flag dogs as urgent so the right ones surface first.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2432304"/>
            <a:ext cx="3454298" cy="2697480"/>
          </a:xfrm>
          <a:prstGeom prst="roundRect">
            <a:avLst>
              <a:gd name="adj" fmla="val 4068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8213" y="27432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31F12"/>
          </a:solidFill>
          <a:ln w="12700">
            <a:solidFill>
              <a:srgbClr val="3C33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8213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000000"/>
                </a:solidFill>
              </a:rPr>
              <a:t>🏥</a:t>
            </a:r>
            <a:endParaRPr lang="en-US" sz="1664" dirty="0"/>
          </a:p>
        </p:txBody>
      </p:sp>
      <p:sp>
        <p:nvSpPr>
          <p:cNvPr id="18" name="Text 16"/>
          <p:cNvSpPr/>
          <p:nvPr/>
        </p:nvSpPr>
        <p:spPr>
          <a:xfrm>
            <a:off x="8408213" y="3511296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 shelters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08213" y="3913632"/>
            <a:ext cx="28325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verified directory and its stats accurate and current.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40410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— members and admins see different surfaces of the same app.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57055" y="6455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EA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PawFinder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🐾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023360"/>
            <a:ext cx="4206240" cy="4206240"/>
          </a:xfrm>
          <a:prstGeom prst="ellipse">
            <a:avLst/>
          </a:prstGeom>
          <a:solidFill>
            <a:srgbClr val="4ADE8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463040"/>
            <a:ext cx="3657600" cy="3657600"/>
          </a:xfrm>
          <a:prstGeom prst="ellipse">
            <a:avLst/>
          </a:prstGeom>
          <a:solidFill>
            <a:srgbClr val="60A5FA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969264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Coimbatore's dogs a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path home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090008" cy="2468880"/>
          </a:xfrm>
          <a:prstGeom prst="roundRect">
            <a:avLst>
              <a:gd name="adj" fmla="val 4815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33856" y="3044952"/>
            <a:ext cx="446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What you can do 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" y="35021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9888" y="3502152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&amp; filter dogs, then apply with documents and track 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" y="4069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9888" y="406908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Foster short-term or volunteer for roles &amp; events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3856" y="463600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89888" y="4636008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shelters and read the pet-care library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8728" y="2788920"/>
            <a:ext cx="5090008" cy="2468880"/>
          </a:xfrm>
          <a:prstGeom prst="roundRect">
            <a:avLst>
              <a:gd name="adj" fmla="val 4815"/>
            </a:avLst>
          </a:prstGeom>
          <a:solidFill>
            <a:srgbClr val="14141B"/>
          </a:solidFill>
          <a:ln w="12700">
            <a:solidFill>
              <a:srgbClr val="2A2A35"/>
            </a:solidFill>
            <a:prstDash val="solid"/>
          </a:ln>
          <a:effectLst>
            <a:outerShdw blurRad="114300" dist="38100" dir="8100000" algn="bl" rotWithShape="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9624" y="3044952"/>
            <a:ext cx="446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What's next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9624" y="35021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45656" y="3502152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 between adopters and shelters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9624" y="4069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45656" y="4069080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Shelter self-onboarding and donations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9624" y="463600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45656" y="4636008"/>
            <a:ext cx="422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F3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cities beyond Coimbatore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5321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F3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PawFinder</a:t>
            </a:r>
            <a:r>
              <a:rPr lang="en-US" sz="1250" dirty="0">
                <a:solidFill>
                  <a:srgbClr val="6A6A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ships as a self-contained Windows desktop app that runs on your machine.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dissolve/>
      </p:transition>
    </mc:Choice>
    <mc:Fallback>
      <p:transition spd="med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1407</Words>
  <Application>Microsoft Office PowerPoint</Application>
  <PresentationFormat>Widescreen</PresentationFormat>
  <Paragraphs>296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Segoe UI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PawFinder — Product Overview</dc:title>
  <dc:subject>PptxGenJS Presentation</dc:subject>
  <dc:creator>PawFinder</dc:creator>
  <cp:lastModifiedBy>Adithya v</cp:lastModifiedBy>
  <cp:revision>2</cp:revision>
  <dcterms:created xsi:type="dcterms:W3CDTF">2026-05-18T09:51:54Z</dcterms:created>
  <dcterms:modified xsi:type="dcterms:W3CDTF">2026-05-18T09:54:33Z</dcterms:modified>
</cp:coreProperties>
</file>